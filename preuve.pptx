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CD40B9-608F-F1A5-00C7-54695A725C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405A258-91B6-4B0E-2666-76D12278DD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31A86A-67A5-8BE4-872C-049056D6F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FC9B0-E559-4D3B-A2A5-C0FB6530D96F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BC9168F-C799-054E-FE00-BAA8B2E5E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EABAA1-63C3-E024-F7F8-4AB26A176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01A6D-1CCD-41A6-8FBF-984AAD0C87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0423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F12E20-69B0-0DB1-F181-61FCE56ED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65F8511-B79F-1D5F-CF94-7657291BB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8B4B1BC-AD0D-A94E-21BF-78E9BD1AA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FC9B0-E559-4D3B-A2A5-C0FB6530D96F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8494FF5-211D-44B5-1BD0-DEEFF6E84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D5AF70A-F2D5-EAAE-5DFF-AF8ED6645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01A6D-1CCD-41A6-8FBF-984AAD0C87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243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97F60D-5531-55D0-0E1B-7D71AAD38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22BFB29-2CDC-56A0-ADEE-0ABF77AB0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E9D8AA6-BBF6-C56B-7C54-BD6324918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FC9B0-E559-4D3B-A2A5-C0FB6530D96F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F7F7E2-984C-616A-8A7A-0AF43AF38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2EB10F-3C59-4C13-1AA4-ADF925ADC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01A6D-1CCD-41A6-8FBF-984AAD0C87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3585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01BA2B-419D-5516-8820-C083B1913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2283AE-2A5D-C9EA-926A-F2B5FE0C84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F41261B-6B53-CAC4-5FE4-9182E7A7CE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3E7FF71-F301-5CDE-B1DF-3B8A1830E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FC9B0-E559-4D3B-A2A5-C0FB6530D96F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5B3C8C5-4F73-E7CC-E212-1BF37C6EC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E8C683F-5020-1620-E371-05FF67704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01A6D-1CCD-41A6-8FBF-984AAD0C87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9534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B06D1B-2897-3CE0-D09D-1C861CF24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859614A-0685-6964-3243-0290DE306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9DEA4C8-B527-ED5E-D9C9-B60C8348C2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3FD5BAD-27D9-3548-5F9B-26B6EC951D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B9EA301-21DA-AE8D-BA55-1C27612B6E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2375C85-A184-E4D1-4DEB-84A72FD84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FC9B0-E559-4D3B-A2A5-C0FB6530D96F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5E2DF04-678A-3F68-6B1B-537B68F55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F7D6395-65BE-B2C8-CA5C-68DD74304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01A6D-1CCD-41A6-8FBF-984AAD0C87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0303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3973EE-E441-4A5B-1CB8-38E0ADC8C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9A4BFA9-76A2-92E1-FD01-B016FAD8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FC9B0-E559-4D3B-A2A5-C0FB6530D96F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35B1097-9931-4458-1F62-485A084EA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8863A30-42CC-7522-C419-F1E4BBF1A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01A6D-1CCD-41A6-8FBF-984AAD0C87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5779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822ED83-B5D7-5562-C46A-21E03012C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FC9B0-E559-4D3B-A2A5-C0FB6530D96F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12EC76F-A701-620F-2657-F06CFD59A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0A954E-3157-5900-ACBE-E0DADD5CC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01A6D-1CCD-41A6-8FBF-984AAD0C87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682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457652-2DC5-23E0-74FB-22780D41E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10AEB0-666F-EE0C-BABA-F5EE1070D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33EF152-A7C4-037D-105B-1A97AEEE8A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29B3EC9-6B22-B327-577C-C40AF5BCF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FC9B0-E559-4D3B-A2A5-C0FB6530D96F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1923A5-6E8C-BB28-5089-49142F58C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AD741B4-F9FA-8F11-6CAE-CDA3F7106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01A6D-1CCD-41A6-8FBF-984AAD0C87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6356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109ED9-A26E-2F10-F36A-37F958906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6E8FDF4-0259-CEE8-FAF0-9DF927D19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043FB79-CAA2-7101-505A-242A45702C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14E9143-F7C4-08F5-E134-D8706113B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FC9B0-E559-4D3B-A2A5-C0FB6530D96F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DAC86D8-225C-F6C8-D5E3-B2B25C251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EBA5ED3-253B-D61E-FAF1-445815785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01A6D-1CCD-41A6-8FBF-984AAD0C87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3633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0CBFDB-2E37-7029-43E7-B47C3C2ED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5825F5D-33E4-3CB6-FEAA-139F3BBFB6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496AEFA-9628-15A3-5AE9-91BCF513D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FC9B0-E559-4D3B-A2A5-C0FB6530D96F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49B41CE-0688-0B9D-2508-B39E9ADA5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8340B87-AD5F-1608-904A-8C276EF83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01A6D-1CCD-41A6-8FBF-984AAD0C87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1821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075FEBB-4EEB-7E6B-AD29-DA7397FA17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74D6F4E-6E4E-199F-B6C3-DA701A032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7C86758-53AE-5A0D-55B6-C1ED0C6AD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FC9B0-E559-4D3B-A2A5-C0FB6530D96F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BE494CB-1556-27A6-5C17-3EB62ED4B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2B57B91-E9D4-ACA2-84FD-8E7D6BA1C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01A6D-1CCD-41A6-8FBF-984AAD0C87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1804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7BC51B8-281D-007A-C24E-5A71037EE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4FF9064-C65E-9BDF-871F-C117D2011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D6ADFB-CB8D-F160-76A9-AC25B25045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0FC9B0-E559-4D3B-A2A5-C0FB6530D96F}" type="datetimeFigureOut">
              <a:rPr lang="fr-FR" smtClean="0"/>
              <a:t>25/09/2026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9F836F-A0CE-59C0-F189-1C5A98F660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BDB2741-BADF-A7D2-ECE1-93199A0A6E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901A6D-1CCD-41A6-8FBF-984AAD0C87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178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7B40609B-1A6E-2EED-5A53-593E476A0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6264" y="2372741"/>
            <a:ext cx="12192000" cy="2927562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04182D17-A10A-E849-3780-9D85F09774D8}"/>
              </a:ext>
            </a:extLst>
          </p:cNvPr>
          <p:cNvSpPr txBox="1"/>
          <p:nvPr/>
        </p:nvSpPr>
        <p:spPr>
          <a:xfrm>
            <a:off x="879895" y="1557697"/>
            <a:ext cx="30968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Courbe bleu, </a:t>
            </a:r>
            <a:r>
              <a:rPr lang="fr-FR" dirty="0" err="1"/>
              <a:t>axe_y</a:t>
            </a:r>
            <a:endParaRPr lang="fr-FR" dirty="0"/>
          </a:p>
          <a:p>
            <a:r>
              <a:rPr lang="fr-FR" dirty="0"/>
              <a:t>Courbe rouge, </a:t>
            </a:r>
            <a:r>
              <a:rPr lang="fr-FR" dirty="0" err="1"/>
              <a:t>axe_z</a:t>
            </a:r>
            <a:endParaRPr lang="fr-FR" dirty="0"/>
          </a:p>
          <a:p>
            <a:r>
              <a:rPr lang="fr-FR" dirty="0"/>
              <a:t>Courbe vert, </a:t>
            </a:r>
            <a:r>
              <a:rPr lang="fr-FR" dirty="0" err="1"/>
              <a:t>axe_x</a:t>
            </a:r>
            <a:endParaRPr lang="fr-FR" dirty="0"/>
          </a:p>
          <a:p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B938DF6-4423-F28A-C54E-4ACCF109395D}"/>
              </a:ext>
            </a:extLst>
          </p:cNvPr>
          <p:cNvSpPr txBox="1"/>
          <p:nvPr/>
        </p:nvSpPr>
        <p:spPr>
          <a:xfrm>
            <a:off x="10029646" y="5445334"/>
            <a:ext cx="3096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Nbr </a:t>
            </a:r>
            <a:r>
              <a:rPr lang="fr-FR" dirty="0" err="1"/>
              <a:t>echantillon</a:t>
            </a:r>
            <a:endParaRPr lang="fr-FR" dirty="0"/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7A9270CA-56B9-AE7B-2E17-B9D7387EDBA4}"/>
              </a:ext>
            </a:extLst>
          </p:cNvPr>
          <p:cNvCxnSpPr/>
          <p:nvPr/>
        </p:nvCxnSpPr>
        <p:spPr>
          <a:xfrm>
            <a:off x="120770" y="5382883"/>
            <a:ext cx="12071230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A1D78ACF-20E1-6C99-D81C-97EADE35B22A}"/>
              </a:ext>
            </a:extLst>
          </p:cNvPr>
          <p:cNvCxnSpPr>
            <a:cxnSpLocks/>
          </p:cNvCxnSpPr>
          <p:nvPr/>
        </p:nvCxnSpPr>
        <p:spPr>
          <a:xfrm flipV="1">
            <a:off x="-86264" y="979727"/>
            <a:ext cx="0" cy="4595004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18BBA9D1-D331-D88F-F7FA-A2130EC897E9}"/>
              </a:ext>
            </a:extLst>
          </p:cNvPr>
          <p:cNvSpPr txBox="1"/>
          <p:nvPr/>
        </p:nvSpPr>
        <p:spPr>
          <a:xfrm>
            <a:off x="120770" y="503844"/>
            <a:ext cx="3096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Acceleration</a:t>
            </a:r>
            <a:r>
              <a:rPr lang="fr-FR" dirty="0"/>
              <a:t> de la pesanteur (m/s2)</a:t>
            </a:r>
          </a:p>
        </p:txBody>
      </p:sp>
    </p:spTree>
    <p:extLst>
      <p:ext uri="{BB962C8B-B14F-4D97-AF65-F5344CB8AC3E}">
        <p14:creationId xmlns:p14="http://schemas.microsoft.com/office/powerpoint/2010/main" val="364671627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Microsoft Office PowerPoint</Application>
  <PresentationFormat>Grand écran</PresentationFormat>
  <Paragraphs>5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elkat</dc:creator>
  <cp:lastModifiedBy>elkat</cp:lastModifiedBy>
  <cp:revision>1</cp:revision>
  <dcterms:created xsi:type="dcterms:W3CDTF">2026-09-25T20:21:18Z</dcterms:created>
  <dcterms:modified xsi:type="dcterms:W3CDTF">2026-09-25T20:21:47Z</dcterms:modified>
</cp:coreProperties>
</file>