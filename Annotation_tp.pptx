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100" d="100"/>
          <a:sy n="100" d="100"/>
        </p:scale>
        <p:origin x="-14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5C01BA-37C0-0B23-7C85-5FF6A4774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C17CBA-4712-BED1-5A7B-7C4F5FA93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84278A-0623-D697-3BC5-FE5D6E2D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AF8327-AC7F-1131-8771-3855CFA18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425672-A17A-D040-B567-E494C291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11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E0033-6922-EBF5-C3D2-620E1557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3D3D1-B46E-7D98-A6AD-61A3FEC22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88FA76-B5D4-6029-CD16-7D71007A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2DD07F-E248-0645-2304-32769103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211020-5A24-6CE2-DD80-03E4F6DD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605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46EF57-87C2-51BC-89BE-98127D123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CAC3EB-64A7-1C68-347A-4143918F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BAD62F-3BEB-C7B5-9AD1-FA2B8493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A928AC-864C-B63D-289C-32B9A037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68A462-BA75-064E-1E30-340354F6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98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4C37D-2F23-D0D4-51B8-DF8857CA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69D2D7-FAE3-0B1A-8883-269AFB009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23D34F-321F-52E4-327F-B5FB685C2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7275B6-1988-A5DF-438E-26CA896B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7A17EF4-DC96-7F07-CA05-CDAEE684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55D216-37C9-98B5-8541-6046406A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56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E5CF4-0364-7DEB-2041-B6B56CCA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BA150-83CB-030C-7F6B-3E0AC136D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BEB888-84D5-ABB9-825B-6BF2593BA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2C4607-8A66-FAC6-9A77-1A000BD25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E6DC18-1AA7-4D8F-D4D8-12E9CB400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8127B95-72AD-A38B-34C5-2E3BD0815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CEDF44-90EF-702F-BD6F-A57482FE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C7F1D1C-4C99-7CF2-67F1-05C2E15D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365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A3BEC-91CC-4BF7-82CF-63DDBE22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2743CB0-6416-C421-77DA-B8F2CF7F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AFFB6F-D8B0-4E03-1177-6209A248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2FF81D2-081B-F4AF-3C2C-F214F32D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70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256B959-12B0-4E36-A52C-38F171BE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7561DB-5A6F-2191-5194-CD6F8A9C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8443E8-A115-16FF-2176-89836BCDD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5417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538D08-653A-861C-6C49-E84EFC4EE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AD5220-AAB2-E654-F10F-E48DB9650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1DE1D4-06B5-BF3E-E418-15187883A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61E40A-7E4D-1E61-25B5-011251CF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9C9747-0A8C-396E-E6BE-A6326A8E3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891F09-DAF2-0678-5065-EDAB03179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37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814DD-50A9-F130-096E-97425B7F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FADFC66-49F1-29DE-BD20-41C5561B3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A51622-7D1D-D703-33F8-9F88F45DD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BB8803-8441-BFE3-BB84-602B077B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F2ACED-DEBD-71D5-DF91-2232BE7F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777080-EADF-530E-DBE5-E6D2DD19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30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E43E8-A8E6-B6A9-9723-D4A721D22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BEC5ED-247A-DA03-09F4-77DCC8E53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C74350-ADB8-D836-9990-922CB575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18CCBA-25F3-4031-147A-D269D9F4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853678-BD23-A13B-58FC-78046A19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24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D6F513E-E229-F439-C7F9-2A0A74368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7E13AD-0994-5247-4353-DB3CDD5DD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81BE18-78A2-FC48-9FCF-262276AD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2DF1C1-373D-8035-15AA-C00D1F9D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544EFF-7AF8-D4C2-F252-A54571FE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795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77B4F4-A9D4-4B80-32AC-480EC28A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28A333D-6154-6E3C-342A-0945A0E6D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173D66-1C6C-A492-2205-0349F2FD4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D9D21-E546-4430-BE5F-E22F516535EF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EFCFF2-1EAD-D34B-6A41-0656934EF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082D71-7CAC-4D57-4085-5C150F45F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E0030-B3EA-40B8-9B5A-6AA29D3306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6804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D27D21-647A-498E-A443-9AC63EA7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7" y="1552313"/>
            <a:ext cx="7173326" cy="37533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6043A52-704E-C88B-10E4-8C7472010334}"/>
              </a:ext>
            </a:extLst>
          </p:cNvPr>
          <p:cNvSpPr txBox="1"/>
          <p:nvPr/>
        </p:nvSpPr>
        <p:spPr>
          <a:xfrm>
            <a:off x="5707810" y="1552313"/>
            <a:ext cx="776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INT1</a:t>
            </a:r>
          </a:p>
          <a:p>
            <a:endParaRPr lang="fr-FR" dirty="0"/>
          </a:p>
          <a:p>
            <a:r>
              <a:rPr lang="fr-FR" dirty="0"/>
              <a:t>INT2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67BBAB-2381-E271-9847-194159D0D5EA}"/>
              </a:ext>
            </a:extLst>
          </p:cNvPr>
          <p:cNvSpPr txBox="1"/>
          <p:nvPr/>
        </p:nvSpPr>
        <p:spPr>
          <a:xfrm>
            <a:off x="5707810" y="2553722"/>
            <a:ext cx="776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/CS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SCLK</a:t>
            </a:r>
          </a:p>
          <a:p>
            <a:endParaRPr lang="fr-FR" dirty="0"/>
          </a:p>
          <a:p>
            <a:r>
              <a:rPr lang="fr-FR" dirty="0"/>
              <a:t>MOSI</a:t>
            </a:r>
          </a:p>
          <a:p>
            <a:endParaRPr lang="fr-FR" dirty="0"/>
          </a:p>
          <a:p>
            <a:r>
              <a:rPr lang="fr-FR" dirty="0"/>
              <a:t>MISO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DD241FD-AA7C-7718-3F9C-03C201961A25}"/>
              </a:ext>
            </a:extLst>
          </p:cNvPr>
          <p:cNvSpPr txBox="1"/>
          <p:nvPr/>
        </p:nvSpPr>
        <p:spPr>
          <a:xfrm>
            <a:off x="3720385" y="3631296"/>
            <a:ext cx="776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0x00</a:t>
            </a:r>
            <a:br>
              <a:rPr lang="fr-FR" sz="1600" dirty="0"/>
            </a:br>
            <a:r>
              <a:rPr lang="fr-FR" sz="1600" dirty="0"/>
              <a:t>0x04</a:t>
            </a:r>
            <a:br>
              <a:rPr lang="fr-FR" sz="1600" dirty="0"/>
            </a:br>
            <a:r>
              <a:rPr lang="fr-FR" sz="1600" dirty="0"/>
              <a:t>0x08</a:t>
            </a:r>
          </a:p>
          <a:p>
            <a:r>
              <a:rPr lang="fr-FR" sz="1600" dirty="0"/>
              <a:t>0x0C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70D0966-47BE-6E68-4B22-F156A6325B8F}"/>
              </a:ext>
            </a:extLst>
          </p:cNvPr>
          <p:cNvSpPr txBox="1"/>
          <p:nvPr/>
        </p:nvSpPr>
        <p:spPr>
          <a:xfrm>
            <a:off x="7695235" y="3696969"/>
            <a:ext cx="94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POWER_CTL </a:t>
            </a:r>
          </a:p>
          <a:p>
            <a:br>
              <a:rPr lang="fr-FR" sz="1000" dirty="0"/>
            </a:br>
            <a:r>
              <a:rPr lang="fr-FR" sz="1000" dirty="0"/>
              <a:t>INT_MAP</a:t>
            </a:r>
            <a:br>
              <a:rPr lang="fr-FR" sz="1000" dirty="0"/>
            </a:br>
            <a:endParaRPr lang="fr-FR" sz="1000" dirty="0"/>
          </a:p>
          <a:p>
            <a:r>
              <a:rPr lang="fr-FR" sz="1000" dirty="0"/>
              <a:t>DATAX1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E8A59F0-3FAA-C226-447D-BDF927F30AF6}"/>
              </a:ext>
            </a:extLst>
          </p:cNvPr>
          <p:cNvSpPr txBox="1"/>
          <p:nvPr/>
        </p:nvSpPr>
        <p:spPr>
          <a:xfrm>
            <a:off x="8571535" y="3696969"/>
            <a:ext cx="946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0x2D</a:t>
            </a:r>
          </a:p>
          <a:p>
            <a:br>
              <a:rPr lang="fr-FR" sz="1000" dirty="0"/>
            </a:br>
            <a:r>
              <a:rPr lang="fr-FR" sz="1000" dirty="0"/>
              <a:t>0X2F</a:t>
            </a:r>
            <a:br>
              <a:rPr lang="fr-FR" sz="1000" dirty="0"/>
            </a:br>
            <a:endParaRPr lang="fr-FR" sz="1000" dirty="0"/>
          </a:p>
          <a:p>
            <a:r>
              <a:rPr lang="fr-FR" sz="1000"/>
              <a:t>0x32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5365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4AA9519-432C-8693-CE95-28C03B3E6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74" y="185285"/>
            <a:ext cx="6639852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41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29</Words>
  <Application>Microsoft Office PowerPoint</Application>
  <PresentationFormat>Grand écran</PresentationFormat>
  <Paragraphs>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elkat</dc:creator>
  <cp:lastModifiedBy>elkat</cp:lastModifiedBy>
  <cp:revision>5</cp:revision>
  <dcterms:created xsi:type="dcterms:W3CDTF">2026-09-16T19:29:44Z</dcterms:created>
  <dcterms:modified xsi:type="dcterms:W3CDTF">2026-09-17T15:20:08Z</dcterms:modified>
</cp:coreProperties>
</file>