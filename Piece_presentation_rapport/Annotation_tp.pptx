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C01BA-37C0-0B23-7C85-5FF6A4774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C17CBA-4712-BED1-5A7B-7C4F5FA93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4278A-0623-D697-3BC5-FE5D6E2D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AF8327-AC7F-1131-8771-3855CFA1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425672-A17A-D040-B567-E494C291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11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E0033-6922-EBF5-C3D2-620E1557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73D3D1-B46E-7D98-A6AD-61A3FEC2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88FA76-B5D4-6029-CD16-7D71007A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2DD07F-E248-0645-2304-32769103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211020-5A24-6CE2-DD80-03E4F6DD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05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6EF57-87C2-51BC-89BE-98127D12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CAC3EB-64A7-1C68-347A-4143918F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BAD62F-3BEB-C7B5-9AD1-FA2B8493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A928AC-864C-B63D-289C-32B9A037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68A462-BA75-064E-1E30-340354F6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98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4C37D-2F23-D0D4-51B8-DF8857CA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69D2D7-FAE3-0B1A-8883-269AFB009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23D34F-321F-52E4-327F-B5FB685C2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7275B6-1988-A5DF-438E-26CA896B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A17EF4-DC96-7F07-CA05-CDAEE684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55D216-37C9-98B5-8541-6046406A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56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3E5CF4-0364-7DEB-2041-B6B56CC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BA150-83CB-030C-7F6B-3E0AC136D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BEB888-84D5-ABB9-825B-6BF2593BA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2C4607-8A66-FAC6-9A77-1A000BD25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E6DC18-1AA7-4D8F-D4D8-12E9CB400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127B95-72AD-A38B-34C5-2E3BD081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CEDF44-90EF-702F-BD6F-A57482FE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7F1D1C-4C99-7CF2-67F1-05C2E15D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65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A3BEC-91CC-4BF7-82CF-63DDBE22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2743CB0-6416-C421-77DA-B8F2CF7F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AFFB6F-D8B0-4E03-1177-6209A248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FF81D2-081B-F4AF-3C2C-F214F32D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70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256B959-12B0-4E36-A52C-38F171BE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7561DB-5A6F-2191-5194-CD6F8A9C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8443E8-A115-16FF-2176-89836BCD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41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538D08-653A-861C-6C49-E84EFC4E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AD5220-AAB2-E654-F10F-E48DB9650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1DE1D4-06B5-BF3E-E418-15187883A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61E40A-7E4D-1E61-25B5-011251CF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9C9747-0A8C-396E-E6BE-A6326A8E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891F09-DAF2-0678-5065-EDAB0317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37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814DD-50A9-F130-096E-97425B7F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FADFC66-49F1-29DE-BD20-41C5561B3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A51622-7D1D-D703-33F8-9F88F45DD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BB8803-8441-BFE3-BB84-602B077B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F2ACED-DEBD-71D5-DF91-2232BE7F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777080-EADF-530E-DBE5-E6D2DD19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30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E43E8-A8E6-B6A9-9723-D4A721D2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BEC5ED-247A-DA03-09F4-77DCC8E53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C74350-ADB8-D836-9990-922CB575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18CCBA-25F3-4031-147A-D269D9F4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853678-BD23-A13B-58FC-78046A19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24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6F513E-E229-F439-C7F9-2A0A74368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7E13AD-0994-5247-4353-DB3CDD5DD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81BE18-78A2-FC48-9FCF-262276AD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2DF1C1-373D-8035-15AA-C00D1F9D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44EFF-7AF8-D4C2-F252-A54571FE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95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77B4F4-A9D4-4B80-32AC-480EC28A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8A333D-6154-6E3C-342A-0945A0E6D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173D66-1C6C-A492-2205-0349F2FD4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D9D21-E546-4430-BE5F-E22F516535E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EFCFF2-1EAD-D34B-6A41-0656934EF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082D71-7CAC-4D57-4085-5C150F45F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80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D27D21-647A-498E-A443-9AC63EA7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37" y="1552313"/>
            <a:ext cx="7173326" cy="37533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6043A52-704E-C88B-10E4-8C7472010334}"/>
              </a:ext>
            </a:extLst>
          </p:cNvPr>
          <p:cNvSpPr txBox="1"/>
          <p:nvPr/>
        </p:nvSpPr>
        <p:spPr>
          <a:xfrm>
            <a:off x="5707810" y="1552313"/>
            <a:ext cx="776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INT1</a:t>
            </a:r>
          </a:p>
          <a:p>
            <a:endParaRPr lang="fr-FR" dirty="0"/>
          </a:p>
          <a:p>
            <a:r>
              <a:rPr lang="fr-FR" dirty="0"/>
              <a:t>INT2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67BBAB-2381-E271-9847-194159D0D5EA}"/>
              </a:ext>
            </a:extLst>
          </p:cNvPr>
          <p:cNvSpPr txBox="1"/>
          <p:nvPr/>
        </p:nvSpPr>
        <p:spPr>
          <a:xfrm>
            <a:off x="5707810" y="2553722"/>
            <a:ext cx="776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/CS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SCLK</a:t>
            </a:r>
          </a:p>
          <a:p>
            <a:endParaRPr lang="fr-FR" dirty="0"/>
          </a:p>
          <a:p>
            <a:r>
              <a:rPr lang="fr-FR" dirty="0"/>
              <a:t>MOSI</a:t>
            </a:r>
          </a:p>
          <a:p>
            <a:endParaRPr lang="fr-FR" dirty="0"/>
          </a:p>
          <a:p>
            <a:r>
              <a:rPr lang="fr-FR" dirty="0"/>
              <a:t>MISO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DD241FD-AA7C-7718-3F9C-03C201961A25}"/>
              </a:ext>
            </a:extLst>
          </p:cNvPr>
          <p:cNvSpPr txBox="1"/>
          <p:nvPr/>
        </p:nvSpPr>
        <p:spPr>
          <a:xfrm>
            <a:off x="3720385" y="3631296"/>
            <a:ext cx="7763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0x00</a:t>
            </a:r>
            <a:br>
              <a:rPr lang="fr-FR" sz="1600" dirty="0"/>
            </a:br>
            <a:r>
              <a:rPr lang="fr-FR" sz="1600" dirty="0"/>
              <a:t>0x04</a:t>
            </a:r>
            <a:br>
              <a:rPr lang="fr-FR" sz="1600" dirty="0"/>
            </a:br>
            <a:r>
              <a:rPr lang="fr-FR" sz="1600" dirty="0"/>
              <a:t>0x08</a:t>
            </a:r>
          </a:p>
          <a:p>
            <a:r>
              <a:rPr lang="fr-FR" sz="1600" dirty="0"/>
              <a:t>0x0C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70D0966-47BE-6E68-4B22-F156A6325B8F}"/>
              </a:ext>
            </a:extLst>
          </p:cNvPr>
          <p:cNvSpPr txBox="1"/>
          <p:nvPr/>
        </p:nvSpPr>
        <p:spPr>
          <a:xfrm>
            <a:off x="7695235" y="3696969"/>
            <a:ext cx="94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POWER_CTL </a:t>
            </a:r>
          </a:p>
          <a:p>
            <a:br>
              <a:rPr lang="fr-FR" sz="1000" dirty="0"/>
            </a:br>
            <a:r>
              <a:rPr lang="fr-FR" sz="1000" dirty="0"/>
              <a:t>INT_MAP</a:t>
            </a:r>
            <a:br>
              <a:rPr lang="fr-FR" sz="1000" dirty="0"/>
            </a:br>
            <a:endParaRPr lang="fr-FR" sz="1000" dirty="0"/>
          </a:p>
          <a:p>
            <a:r>
              <a:rPr lang="fr-FR" sz="1000" dirty="0"/>
              <a:t>DATAX1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E8A59F0-3FAA-C226-447D-BDF927F30AF6}"/>
              </a:ext>
            </a:extLst>
          </p:cNvPr>
          <p:cNvSpPr txBox="1"/>
          <p:nvPr/>
        </p:nvSpPr>
        <p:spPr>
          <a:xfrm>
            <a:off x="8571535" y="3696969"/>
            <a:ext cx="94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0x2D</a:t>
            </a:r>
          </a:p>
          <a:p>
            <a:br>
              <a:rPr lang="fr-FR" sz="1000" dirty="0"/>
            </a:br>
            <a:r>
              <a:rPr lang="fr-FR" sz="1000" dirty="0"/>
              <a:t>0X2F</a:t>
            </a:r>
            <a:br>
              <a:rPr lang="fr-FR" sz="1000" dirty="0"/>
            </a:br>
            <a:endParaRPr lang="fr-FR" sz="1000" dirty="0"/>
          </a:p>
          <a:p>
            <a:r>
              <a:rPr lang="fr-FR" sz="1000"/>
              <a:t>0x32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5365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4AA9519-432C-8693-CE95-28C03B3E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074" y="185285"/>
            <a:ext cx="6639852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4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6DB6E0EE-3ABB-6E28-6068-E424D51485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7868189-D569-B7E4-9B26-909086BA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334" y="0"/>
            <a:ext cx="5129331" cy="6858000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AB141A48-42C6-2EE0-2748-54AAC563FD70}"/>
              </a:ext>
            </a:extLst>
          </p:cNvPr>
          <p:cNvSpPr/>
          <p:nvPr/>
        </p:nvSpPr>
        <p:spPr>
          <a:xfrm rot="906371">
            <a:off x="3452636" y="1272539"/>
            <a:ext cx="1920240" cy="265938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1D9125F-155B-0AC5-40BD-CEE3834E650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169062" y="2419112"/>
            <a:ext cx="1496950" cy="624029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5CF5B4B1-6633-BEE0-5C5E-E69136633FE8}"/>
              </a:ext>
            </a:extLst>
          </p:cNvPr>
          <p:cNvSpPr txBox="1"/>
          <p:nvPr/>
        </p:nvSpPr>
        <p:spPr>
          <a:xfrm>
            <a:off x="1064162" y="2049780"/>
            <a:ext cx="2209800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Analyseur logique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D9A631E-0C11-37CA-A219-7EB5E1C2875C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379077" y="1029198"/>
            <a:ext cx="2122479" cy="102058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4FBEC34-DCA7-23FE-1F8D-4153618FEDDA}"/>
              </a:ext>
            </a:extLst>
          </p:cNvPr>
          <p:cNvSpPr txBox="1"/>
          <p:nvPr/>
        </p:nvSpPr>
        <p:spPr>
          <a:xfrm>
            <a:off x="1321534" y="659866"/>
            <a:ext cx="2115086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Accéléromètre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B27F6D8-10DF-5A1A-B418-5FD535BBBF35}"/>
              </a:ext>
            </a:extLst>
          </p:cNvPr>
          <p:cNvSpPr txBox="1"/>
          <p:nvPr/>
        </p:nvSpPr>
        <p:spPr>
          <a:xfrm>
            <a:off x="9052715" y="2245137"/>
            <a:ext cx="2115086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6 </a:t>
            </a:r>
            <a:r>
              <a:rPr lang="fr-FR" dirty="0" err="1"/>
              <a:t>leds</a:t>
            </a:r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F881F2-419E-A21C-4D9C-E9FBBF6B2EFE}"/>
              </a:ext>
            </a:extLst>
          </p:cNvPr>
          <p:cNvSpPr/>
          <p:nvPr/>
        </p:nvSpPr>
        <p:spPr>
          <a:xfrm>
            <a:off x="5423729" y="1888141"/>
            <a:ext cx="824671" cy="1155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794854D-D58A-CF9A-8D70-6A92360E10E4}"/>
              </a:ext>
            </a:extLst>
          </p:cNvPr>
          <p:cNvCxnSpPr>
            <a:cxnSpLocks/>
            <a:stCxn id="29" idx="1"/>
            <a:endCxn id="32" idx="3"/>
          </p:cNvCxnSpPr>
          <p:nvPr/>
        </p:nvCxnSpPr>
        <p:spPr>
          <a:xfrm flipH="1" flipV="1">
            <a:off x="7126795" y="3147060"/>
            <a:ext cx="1925920" cy="75750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CE12908F-7680-0EC8-6485-72A54FDE5484}"/>
              </a:ext>
            </a:extLst>
          </p:cNvPr>
          <p:cNvSpPr txBox="1"/>
          <p:nvPr/>
        </p:nvSpPr>
        <p:spPr>
          <a:xfrm>
            <a:off x="9052715" y="3581400"/>
            <a:ext cx="2115086" cy="646331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PCF gérant 3 </a:t>
            </a:r>
            <a:r>
              <a:rPr lang="fr-FR" dirty="0" err="1"/>
              <a:t>led</a:t>
            </a:r>
            <a:r>
              <a:rPr lang="fr-FR" dirty="0"/>
              <a:t> chacun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A12B4-2C14-79FB-A170-86BD7CE94BB6}"/>
              </a:ext>
            </a:extLst>
          </p:cNvPr>
          <p:cNvSpPr/>
          <p:nvPr/>
        </p:nvSpPr>
        <p:spPr>
          <a:xfrm>
            <a:off x="6302124" y="2659380"/>
            <a:ext cx="824671" cy="9753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11713F-D493-22E9-55BF-5F292C95045E}"/>
              </a:ext>
            </a:extLst>
          </p:cNvPr>
          <p:cNvSpPr/>
          <p:nvPr/>
        </p:nvSpPr>
        <p:spPr>
          <a:xfrm>
            <a:off x="6349939" y="4230886"/>
            <a:ext cx="824671" cy="9753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2CDECD92-0706-8545-4780-ACE864D1626E}"/>
              </a:ext>
            </a:extLst>
          </p:cNvPr>
          <p:cNvCxnSpPr>
            <a:cxnSpLocks/>
            <a:stCxn id="29" idx="1"/>
            <a:endCxn id="36" idx="3"/>
          </p:cNvCxnSpPr>
          <p:nvPr/>
        </p:nvCxnSpPr>
        <p:spPr>
          <a:xfrm flipH="1">
            <a:off x="7174610" y="3904566"/>
            <a:ext cx="1878105" cy="8140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B600AF7C-860C-518F-5D49-BC19468F0C03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6248400" y="2429803"/>
            <a:ext cx="2804315" cy="35838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2369CA0F-B4F6-95E9-C062-1960348442C5}"/>
              </a:ext>
            </a:extLst>
          </p:cNvPr>
          <p:cNvSpPr txBox="1"/>
          <p:nvPr/>
        </p:nvSpPr>
        <p:spPr>
          <a:xfrm>
            <a:off x="9052715" y="4985237"/>
            <a:ext cx="2115086" cy="92333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PCF gérant 6 états d’ouverture du casier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8C1EC67A-BF7E-68BB-BA62-929F0C315F70}"/>
              </a:ext>
            </a:extLst>
          </p:cNvPr>
          <p:cNvSpPr/>
          <p:nvPr/>
        </p:nvSpPr>
        <p:spPr>
          <a:xfrm>
            <a:off x="6004560" y="3581400"/>
            <a:ext cx="1508760" cy="64633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80C5D0DC-89BF-F0CA-6DCB-E102631AE3AF}"/>
              </a:ext>
            </a:extLst>
          </p:cNvPr>
          <p:cNvCxnSpPr>
            <a:cxnSpLocks/>
            <a:stCxn id="43" idx="1"/>
            <a:endCxn id="44" idx="6"/>
          </p:cNvCxnSpPr>
          <p:nvPr/>
        </p:nvCxnSpPr>
        <p:spPr>
          <a:xfrm flipH="1" flipV="1">
            <a:off x="7513320" y="3904566"/>
            <a:ext cx="1539395" cy="154233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DB4567B8-EEE3-C99D-171C-20BEA202881D}"/>
              </a:ext>
            </a:extLst>
          </p:cNvPr>
          <p:cNvSpPr txBox="1"/>
          <p:nvPr/>
        </p:nvSpPr>
        <p:spPr>
          <a:xfrm>
            <a:off x="1158876" y="3766855"/>
            <a:ext cx="2115086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2 </a:t>
            </a:r>
            <a:r>
              <a:rPr lang="fr-FR" dirty="0" err="1"/>
              <a:t>dip</a:t>
            </a:r>
            <a:r>
              <a:rPr lang="fr-FR" dirty="0"/>
              <a:t> switch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161F0AFA-E4EA-D853-9DEC-97197CA73585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3273962" y="2944882"/>
            <a:ext cx="1494292" cy="1006639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23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E13CDF-F791-E147-CB1D-9799D51E2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1604708"/>
            <a:ext cx="8249801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2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DC44917-0B37-6BD8-5E5A-8008707B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62" y="552277"/>
            <a:ext cx="3124636" cy="24768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14002C6-9C78-8E73-203C-B51F842D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556" y="234788"/>
            <a:ext cx="5430008" cy="232442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A09CB51-D355-768D-94D3-773BF5F99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" y="3279233"/>
            <a:ext cx="5468113" cy="32103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8D8CE60-28CA-77F3-97E1-CCCDA21CC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300" y="3112943"/>
            <a:ext cx="5353797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7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65A3EC4-2285-015F-739C-30DA27BF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2" y="269703"/>
            <a:ext cx="2038635" cy="245779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D90A6A8-5666-9028-B067-CE969FA5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338" y="842601"/>
            <a:ext cx="5363323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21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2395</TotalTime>
  <Words>51</Words>
  <Application>Microsoft Office PowerPoint</Application>
  <PresentationFormat>Grand écran</PresentationFormat>
  <Paragraphs>22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elkat</dc:creator>
  <cp:lastModifiedBy>elkat</cp:lastModifiedBy>
  <cp:revision>10</cp:revision>
  <dcterms:created xsi:type="dcterms:W3CDTF">2026-09-16T19:29:44Z</dcterms:created>
  <dcterms:modified xsi:type="dcterms:W3CDTF">2026-10-18T19:04:12Z</dcterms:modified>
</cp:coreProperties>
</file>